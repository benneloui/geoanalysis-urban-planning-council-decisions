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35"/>
  </p:normalViewPr>
  <p:slideViewPr>
    <p:cSldViewPr snapToGrid="0">
      <p:cViewPr varScale="1">
        <p:scale>
          <a:sx n="120" d="100"/>
          <a:sy n="120" d="100"/>
        </p:scale>
        <p:origin x="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B062C-3E5F-AB96-154E-73F1131D3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79650D-B695-21C4-AAB4-2104F8316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E6AE7-1D0D-B7C9-723D-F1761EC6D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620D3-BF00-324E-90A3-E0932A1A194A}" type="datetimeFigureOut">
              <a:rPr lang="de-DE" smtClean="0"/>
              <a:t>18.11.25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926CA-27C5-5A8F-2C54-D49695D02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52B74-ED80-4890-EF1F-8D49A5955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60A2A-8CEC-FF4E-88AF-EFDDBB04542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1775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013D6-5317-9C3D-3FB5-E41AF47E9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E63AF-84D5-A62B-58BF-13FEF6EC5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14CE4-20CE-1C31-1EEA-8A7C03826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620D3-BF00-324E-90A3-E0932A1A194A}" type="datetimeFigureOut">
              <a:rPr lang="de-DE" smtClean="0"/>
              <a:t>18.11.25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F2B38-D224-56C3-3B99-F04B8289D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E5AC1-7935-6A24-1BEF-98BC175F3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60A2A-8CEC-FF4E-88AF-EFDDBB04542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113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6C67A-DB88-18D3-5481-D9C32832A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49E71-2EB2-A04A-AAD0-33B17B003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6B21F-469C-8686-0EE3-1EBE6121F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620D3-BF00-324E-90A3-E0932A1A194A}" type="datetimeFigureOut">
              <a:rPr lang="de-DE" smtClean="0"/>
              <a:t>18.11.25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07E3D-4BCD-A978-7729-B5DE7F18F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DE9DA-ABB8-12F5-A39A-E5F1CA8B5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60A2A-8CEC-FF4E-88AF-EFDDBB04542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3426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66AE4-CC40-DA80-D1CB-2E480C6C6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BDE66-A3B9-903F-BDE3-22D7C9136A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094850-C0B6-80CF-06B7-E80E12BE4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B049E0-2D22-6EB2-B6DC-A2CD8212C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620D3-BF00-324E-90A3-E0932A1A194A}" type="datetimeFigureOut">
              <a:rPr lang="de-DE" smtClean="0"/>
              <a:t>18.11.25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E3BC9-FF0A-655A-CA99-B7079B176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A2335-8DD1-B6B6-07C6-7B66F5562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60A2A-8CEC-FF4E-88AF-EFDDBB04542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9644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5DF6C-2F85-C9FD-DB3A-D6E66E651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ECC38-3FF7-0BBF-A902-D19DD67B0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A0DD14-0A2B-DC01-F6FB-8F3562824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7A8865-29C8-9DF6-DE32-C59A82A973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7A261E-352E-2DA9-D026-C162AACCF5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1DE6BA-3B51-E701-E7DD-A5AC1C730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620D3-BF00-324E-90A3-E0932A1A194A}" type="datetimeFigureOut">
              <a:rPr lang="de-DE" smtClean="0"/>
              <a:t>18.11.25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0155DE-E7C8-7FBC-8F92-03DA819E6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E3E4E7-343D-5CE6-DCC5-94EFB43BD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60A2A-8CEC-FF4E-88AF-EFDDBB04542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7699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DF4DF-8C25-0596-6715-60A640902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8FBAB0-A395-7642-9A96-D95D2D69B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620D3-BF00-324E-90A3-E0932A1A194A}" type="datetimeFigureOut">
              <a:rPr lang="de-DE" smtClean="0"/>
              <a:t>18.11.25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AAF417-6BCA-FB36-1443-840E6F0DC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CA8F1F-B9B9-776B-0A52-4C4E16E24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60A2A-8CEC-FF4E-88AF-EFDDBB04542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2851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39299-0C77-CBAD-E757-13A50F182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620D3-BF00-324E-90A3-E0932A1A194A}" type="datetimeFigureOut">
              <a:rPr lang="de-DE" smtClean="0"/>
              <a:t>18.11.25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9939C9-C698-2B91-5F3C-E8777263A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B0BCF-A3EA-9198-EB0B-A38D854EF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60A2A-8CEC-FF4E-88AF-EFDDBB04542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1635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B5D5-48CE-4358-FDE9-A35D0F5A3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8E663-ABE6-C544-C856-D97F6671C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07F0EF-D1AE-93E5-B06D-4EE459A43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785E2-F345-6276-42B9-591B79B94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620D3-BF00-324E-90A3-E0932A1A194A}" type="datetimeFigureOut">
              <a:rPr lang="de-DE" smtClean="0"/>
              <a:t>18.11.25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B0FE7-7CF1-8ABD-4A3F-FF6AA6AC0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71D282-BAC9-7102-B296-0DA6CD338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60A2A-8CEC-FF4E-88AF-EFDDBB04542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2988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71E1-E505-F7B1-53E8-5B2F35C83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9858FB-B174-5481-F415-804782B3E3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4233C-54C4-1CCF-861C-85E45956D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FB0A2-7611-72B7-FE5C-71EF36AB9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620D3-BF00-324E-90A3-E0932A1A194A}" type="datetimeFigureOut">
              <a:rPr lang="de-DE" smtClean="0"/>
              <a:t>18.11.25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4061BB-82C4-6793-17F2-C169D969E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66AFD-52AC-7A62-9381-B38169B15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60A2A-8CEC-FF4E-88AF-EFDDBB04542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5412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39508-FC96-B6DA-8665-95992BBF8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4BB64C-D933-8666-1869-1FDFD21696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AB32E-5F66-7D34-EEAC-6BAD64CC6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620D3-BF00-324E-90A3-E0932A1A194A}" type="datetimeFigureOut">
              <a:rPr lang="de-DE" smtClean="0"/>
              <a:t>18.11.25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F323D-7EAD-EF73-A721-9EB679FEB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EB0A2-A2FE-5D63-FC30-279CE8AF9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60A2A-8CEC-FF4E-88AF-EFDDBB04542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186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6F8DF3-A252-6F96-17C3-AC279A49B7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68DA0B-7B12-F0BC-90AC-B9261601BC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58E4B-98DF-F78B-6D6B-1CA54D058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620D3-BF00-324E-90A3-E0932A1A194A}" type="datetimeFigureOut">
              <a:rPr lang="de-DE" smtClean="0"/>
              <a:t>18.11.25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02F07-F439-5545-126D-7CABD860C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F43E4-30D2-F610-7646-597E857EF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60A2A-8CEC-FF4E-88AF-EFDDBB04542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8311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17FF3E-71E6-4F32-7522-87C06E5EC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2894C-2A65-073C-7CCE-5B5DAE435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E873F-297A-3DA4-8FE8-5C998CE398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4620D3-BF00-324E-90A3-E0932A1A194A}" type="datetimeFigureOut">
              <a:rPr lang="de-DE" smtClean="0"/>
              <a:t>18.11.25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64601-5254-7FB1-8917-CEF47B7951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B3511-0270-88F3-090E-0AFDEC782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960A2A-8CEC-FF4E-88AF-EFDDBB04542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6675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9BE36-5437-A793-D82D-031E545EA1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Town hall mining: What the data reveals about Augsburg's politics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F78355-06AB-667E-8B51-4CEB23CED7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  <a:p>
            <a:r>
              <a:rPr lang="de-DE" dirty="0"/>
              <a:t>Benedikt Pilgram</a:t>
            </a:r>
          </a:p>
        </p:txBody>
      </p:sp>
    </p:spTree>
    <p:extLst>
      <p:ext uri="{BB962C8B-B14F-4D97-AF65-F5344CB8AC3E}">
        <p14:creationId xmlns:p14="http://schemas.microsoft.com/office/powerpoint/2010/main" val="3452414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CB1AE-053E-3510-B4D5-28B0D4BF4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BE5A5-18C2-7A79-E66B-CB25C820E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city council's work-life balance</a:t>
            </a:r>
          </a:p>
          <a:p>
            <a:r>
              <a:rPr lang="en-US" dirty="0"/>
              <a:t>The ‘paper mountain’</a:t>
            </a:r>
          </a:p>
          <a:p>
            <a:r>
              <a:rPr lang="en-US" dirty="0"/>
              <a:t>Permanent seater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87925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77C4D-5D70-B81A-E554-051EF0E96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DCC3BB9-DC68-9E14-D1D1-4DC84902A8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Visualisierung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Eine Heatmap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Kriesels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Uhrzeit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Wochentag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-Plot). Wann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finden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Sitzungen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statt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Humor-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Potenzial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"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Arbeitet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der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Stadtrat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freitags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ab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eins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?"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"Die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legendären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Nachtsitzungen"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Sitzungen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die bis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nach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22 Uhr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gingen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340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4AAB5-7F0B-BA5E-2C2B-64D9EC565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0DF5A1-6E57-A681-0675-D21CBF8C89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Visualisierung: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Balkendiagramm der Anzahl neuer Dokumente pro Monat über die letzten 5 Jahre.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Story: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Gibt es saisonale Spitzen? (Weihnachtspause vs. Sommerloch). "Bürokratiewachstum in Gigabyte"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137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ADB0C-FABA-39F5-3CBC-00C4241DA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B74DA-2CB0-9DAC-9A6D-7FB24BF70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Visualisation</a:t>
            </a:r>
            <a:r>
              <a:rPr lang="de-DE" dirty="0"/>
              <a:t>: Ranking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committees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meeting</a:t>
            </a:r>
            <a:r>
              <a:rPr lang="de-DE" dirty="0"/>
              <a:t> </a:t>
            </a:r>
            <a:r>
              <a:rPr lang="de-DE" dirty="0" err="1"/>
              <a:t>duration</a:t>
            </a:r>
            <a:r>
              <a:rPr lang="de-DE" dirty="0"/>
              <a:t>. Who </a:t>
            </a:r>
            <a:r>
              <a:rPr lang="de-DE" dirty="0" err="1"/>
              <a:t>sits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longest</a:t>
            </a:r>
            <a:r>
              <a:rPr lang="de-DE" dirty="0"/>
              <a:t>? (Building Committee vs. </a:t>
            </a:r>
            <a:r>
              <a:rPr lang="de-DE"/>
              <a:t>Culture Committee).</a:t>
            </a:r>
          </a:p>
        </p:txBody>
      </p:sp>
    </p:spTree>
    <p:extLst>
      <p:ext uri="{BB962C8B-B14F-4D97-AF65-F5344CB8AC3E}">
        <p14:creationId xmlns:p14="http://schemas.microsoft.com/office/powerpoint/2010/main" val="2872702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121</Words>
  <Application>Microsoft Macintosh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Town hall mining: What the data reveals about Augsburg's politics</vt:lpstr>
      <vt:lpstr>Topics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Benedikt Pilgram</dc:creator>
  <cp:lastModifiedBy>Benedikt Pilgram</cp:lastModifiedBy>
  <cp:revision>1</cp:revision>
  <dcterms:created xsi:type="dcterms:W3CDTF">2025-11-18T10:25:00Z</dcterms:created>
  <dcterms:modified xsi:type="dcterms:W3CDTF">2025-11-18T10:44:49Z</dcterms:modified>
</cp:coreProperties>
</file>